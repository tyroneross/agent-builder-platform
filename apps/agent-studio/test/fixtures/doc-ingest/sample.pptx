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DOE Ingest Fixture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Omniparse reads this deck.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